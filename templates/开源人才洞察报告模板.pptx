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82" r:id="rId6"/>
    <p:sldId id="281" r:id="rId7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?>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 xml:space="preserve"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b="1"/>
              <a:t>开源人才洞察报告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=""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部门：[填写部门]</a:t>
            </a:r>
            <a:endParaRPr lang="en-US" altLang="zh-CN" dirty="0"/>
          </a:p>
          <a:p>
            <a:r>
              <a:rPr lang="zh-CN" altLang="en-US" dirty="0"/>
              <a:t>作者：[填写作者]</a:t>
            </a:r>
            <a:endParaRPr lang="en-US" altLang="zh-CN" dirty="0"/>
          </a:p>
          <a:p>
            <a:r>
              <a:rPr lang="zh-CN" altLang="en-US" dirty="0"/>
              <a:t>日期：[填写日期]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D83681D-12EE-844E-8C09-E767231D8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pPr lvl="0"/>
            <a:r>
              <a:rPr lang="zh-CN" altLang="en-US" dirty="0"/>
              <a:t>总览</a:t>
            </a:r>
          </a:p>
          <a:p>
            <a:pPr lvl="0"/>
            <a:r>
              <a:rPr lang="zh-CN" altLang="en-US" dirty="0"/>
              <a:t>香港地区人才</a:t>
            </a:r>
          </a:p>
          <a:p>
            <a:pPr lvl="0"/>
            <a:r>
              <a:rPr lang="zh-CN" altLang="en-US" dirty="0"/>
              <a:t>新加坡地区人才</a:t>
            </a:r>
          </a:p>
          <a:p>
            <a:pPr lvl="0"/>
            <a:r>
              <a:rPr lang="zh-CN" altLang="en-US" dirty="0"/>
              <a:t>附录：项目索引</a:t>
            </a: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01  总览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人才质量与密度总评 | 与华为需求的 Match 分析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总览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lnSpc>
                <a:spcPts val="3919"/>
              </a:lnSpc>
            </a:pPr>
            <a:r>
              <a:rPr lang="zh-CN" altLang="en-US" sz="2000" b="1" dirty="0"/>
              <a:t>人才质量与密度总评</a:t>
            </a:r>
          </a:p>
          <a:p>
            <a:pPr>
              <a:lnSpc>
                <a:spcPts val="3000"/>
              </a:lnSpc>
            </a:pPr>
            <a:r>
              <a:rPr lang="zh-CN" altLang="en-US" sz="1600" dirty="0"/>
              <a:t>本期共覆盖 [X] 个地区，收录开源人才 [N] 人</a:t>
            </a:r>
          </a:p>
          <a:p>
            <a:pPr>
              <a:lnSpc>
                <a:spcPts val="3000"/>
              </a:lnSpc>
            </a:pPr>
            <a:r>
              <a:rPr lang="zh-CN" altLang="en-US" sz="1600" dirty="0"/>
              <a:t>高匹配人才（匹配度 ≥ 80%）：[N] 人</a:t>
            </a:r>
          </a:p>
          <a:p>
            <a:pPr>
              <a:lnSpc>
                <a:spcPts val="3000"/>
              </a:lnSpc>
            </a:pPr>
            <a:r>
              <a:rPr lang="zh-CN" altLang="en-US" sz="1600" dirty="0"/>
              <a:t>中匹配人才（60–79%）：[N] 人</a:t>
            </a:r>
          </a:p>
          <a:p>
            <a:pPr>
              <a:lnSpc>
                <a:spcPts val="3000"/>
              </a:lnSpc>
            </a:pPr>
            <a:r>
              <a:rPr lang="zh-CN" altLang="en-US" sz="2000" b="1" dirty="0"/>
              <a:t>与华为需求的 Match 分析</a:t>
            </a:r>
          </a:p>
          <a:p>
            <a:pPr>
              <a:lnSpc>
                <a:spcPts val="3000"/>
              </a:lnSpc>
            </a:pPr>
            <a:r>
              <a:rPr lang="zh-CN" altLang="en-US" sz="1600" dirty="0"/>
              <a:t>主要技术方向分布：[填写技术领域分布]</a:t>
            </a:r>
          </a:p>
          <a:p>
            <a:pPr>
              <a:lnSpc>
                <a:spcPts val="3000"/>
              </a:lnSpc>
            </a:pPr>
            <a:r>
              <a:rPr lang="zh-CN" altLang="en-US" sz="1600" dirty="0"/>
              <a:t>重点推荐人才：[姓名1]、[姓名2]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02  香港地区人才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收录香港地区开源人才档案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[姓名] — 人才档案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sz="1800" b="1" dirty="0"/>
              <a:t>基本信息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姓名：</a:t>
            </a:r>
            <a:r>
              <a:rPr lang="zh-CN" altLang="en-US" sz="1500" dirty="0"/>
              <a:t>[填写姓名]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地区：</a:t>
            </a:r>
            <a:r>
              <a:rPr lang="zh-CN" altLang="en-US" sz="1500" dirty="0"/>
              <a:t>香港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GitHub：</a:t>
            </a:r>
            <a:r>
              <a:rPr lang="zh-CN" altLang="en-US" sz="1500" dirty="0"/>
              <a:t>[GitHub 链接]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当前职位：</a:t>
            </a:r>
            <a:r>
              <a:rPr lang="zh-CN" altLang="en-US" sz="1500" dirty="0"/>
              <a:t>[填写职位]</a:t>
            </a:r>
          </a:p>
          <a:p>
            <a:pPr>
              <a:lnSpc>
                <a:spcPts val="3000"/>
              </a:lnSpc>
            </a:pPr>
            <a:r>
              <a:rPr lang="zh-CN" altLang="en-US" sz="1800" b="1" dirty="0"/>
              <a:t>技术方向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[如：内核内存管理 / 网络协议 / 容器化]</a:t>
            </a:r>
          </a:p>
          <a:p>
            <a:pPr>
              <a:lnSpc>
                <a:spcPts val="3000"/>
              </a:lnSpc>
            </a:pPr>
            <a:r>
              <a:rPr lang="zh-CN" altLang="en-US" sz="1800" b="1" dirty="0"/>
              <a:t>来源项目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[项目A] — [贡献描述]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[项目B] — [贡献描述]</a:t>
            </a:r>
          </a:p>
          <a:p>
            <a:pPr>
              <a:lnSpc>
                <a:spcPts val="3000"/>
              </a:lnSpc>
            </a:pPr>
            <a:r>
              <a:rPr lang="zh-CN" altLang="en-US" sz="1800" b="1" dirty="0"/>
              <a:t>华为匹配度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匹配度：[XX%] | 推荐级别：[A / B / C]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理由：[填写匹配理由]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03  新加坡地区人才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收录新加坡地区开源人才档案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[姓名] — 人才档案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sz="1800" b="1" dirty="0"/>
              <a:t>基本信息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姓名：</a:t>
            </a:r>
            <a:r>
              <a:rPr lang="zh-CN" altLang="en-US" sz="1500" dirty="0"/>
              <a:t>[填写姓名]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地区：</a:t>
            </a:r>
            <a:r>
              <a:rPr lang="zh-CN" altLang="en-US" sz="1500" dirty="0"/>
              <a:t>新加坡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GitHub：</a:t>
            </a:r>
            <a:r>
              <a:rPr lang="zh-CN" altLang="en-US" sz="1500" dirty="0"/>
              <a:t>[GitHub 链接]</a:t>
            </a:r>
          </a:p>
          <a:p>
            <a:pPr>
              <a:lnSpc>
                <a:spcPts val="2800"/>
              </a:lnSpc>
            </a:pPr>
            <a:r>
              <a:rPr lang="zh-CN" altLang="en-US" sz="1500" b="1" dirty="0"/>
              <a:t>当前职位：</a:t>
            </a:r>
            <a:r>
              <a:rPr lang="zh-CN" altLang="en-US" sz="1500" dirty="0"/>
              <a:t>[填写职位]</a:t>
            </a:r>
          </a:p>
          <a:p>
            <a:pPr>
              <a:lnSpc>
                <a:spcPts val="3000"/>
              </a:lnSpc>
            </a:pPr>
            <a:r>
              <a:rPr lang="zh-CN" altLang="en-US" sz="1800" b="1" dirty="0"/>
              <a:t>技术方向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[如：内核内存管理 / 网络协议 / 容器化]</a:t>
            </a:r>
          </a:p>
          <a:p>
            <a:pPr>
              <a:lnSpc>
                <a:spcPts val="3000"/>
              </a:lnSpc>
            </a:pPr>
            <a:r>
              <a:rPr lang="zh-CN" altLang="en-US" sz="1800" b="1" dirty="0"/>
              <a:t>来源项目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[项目A] — [贡献描述]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[项目B] — [贡献描述]</a:t>
            </a:r>
          </a:p>
          <a:p>
            <a:pPr>
              <a:lnSpc>
                <a:spcPts val="3000"/>
              </a:lnSpc>
            </a:pPr>
            <a:r>
              <a:rPr lang="zh-CN" altLang="en-US" sz="1800" b="1" dirty="0"/>
              <a:t>华为匹配度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匹配度：[XX%] | 推荐级别：[A / B / C]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理由：[填写匹配理由]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04  附录：项目索引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各开源项目与其贡献人才的对应关系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附录：项目索引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sz="1800" b="1" dirty="0"/>
              <a:t>项目 — 贡献人才对应表</a:t>
            </a:r>
          </a:p>
          <a:p>
            <a:pPr>
              <a:lnSpc>
                <a:spcPts val="3000"/>
              </a:lnSpc>
            </a:pPr>
            <a:r>
              <a:rPr lang="zh-CN" altLang="en-US" sz="1600" b="1" dirty="0"/>
              <a:t>[项目 A]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贡献人才：[姓名1]、[姓名2]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项目简介：[填写项目说明]</a:t>
            </a:r>
          </a:p>
          <a:p>
            <a:pPr>
              <a:lnSpc>
                <a:spcPts val="3000"/>
              </a:lnSpc>
            </a:pPr>
            <a:r>
              <a:rPr lang="zh-CN" altLang="en-US" sz="1600" b="1" dirty="0"/>
              <a:t>[项目 B]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贡献人才：[姓名1]、[姓名3]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项目简介：[填写项目说明]</a:t>
            </a:r>
          </a:p>
          <a:p>
            <a:pPr>
              <a:lnSpc>
                <a:spcPts val="3000"/>
              </a:lnSpc>
            </a:pPr>
            <a:r>
              <a:rPr lang="zh-CN" altLang="en-US" sz="1600" b="1" dirty="0"/>
              <a:t>[项目 C]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贡献人才：[姓名2]、[姓名4]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项目简介：[填写项目说明]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88</TotalTime>
  <Words>55</Words>
  <Application>Microsoft Office PowerPoint</Application>
  <PresentationFormat>自定义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Microsoft YaHei</vt:lpstr>
      <vt:lpstr>Arial</vt:lpstr>
      <vt:lpstr>Calibri</vt:lpstr>
      <vt:lpstr>Calibri Light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